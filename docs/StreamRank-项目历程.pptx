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71016"/>
            <a:ext cx="91440" cy="256032"/>
          </a:xfrm>
          <a:prstGeom prst="rect">
            <a:avLst/>
          </a:prstGeom>
          <a:solidFill>
            <a:srgbClr val="B7F43F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" y="1088136"/>
            <a:ext cx="91440" cy="438912"/>
          </a:xfrm>
          <a:prstGeom prst="rect">
            <a:avLst/>
          </a:prstGeom>
          <a:solidFill>
            <a:srgbClr val="B7F43F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417320"/>
            <a:ext cx="91440" cy="109728"/>
          </a:xfrm>
          <a:prstGeom prst="rect">
            <a:avLst/>
          </a:prstGeom>
          <a:solidFill>
            <a:srgbClr val="B7F43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STREAMRANK · REAL LOGS · REAL SERVING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从想法到上线的推荐系统实验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KuaiRand 真实日志上的多目标精排 · 统计纪律 · manifest 化在线闭环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2514600" cy="123444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370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48.2万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" y="4919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真实交互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4206240"/>
            <a:ext cx="2514600" cy="123444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4370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4919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注意力谱系对照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206240"/>
            <a:ext cx="2514600" cy="123444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4370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项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7648" y="4919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+ CI 全绿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4206240"/>
            <a:ext cx="2514600" cy="123444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4370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16568" y="4919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按协议的模型切换上线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github.com/Miralchile/StreamRank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QUESTION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研究问题与数据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在快手真实多反馈日志上,候选相关的序列建模与多任务专家结构,是否优于强特征交叉基线?
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KuaiRand-Pure 的理由:真实推荐日志、毫秒时间戳、标准曝光与随机干预曝光并存、四种反馈信号(有效播放 / 长播 / 点赞 / 负反馈)——同时支撑排序实验与偏差诊断。
</a:t>
            </a:r>
            <a:pPr indent="0" marL="0">
              <a:buNone/>
            </a:pPr>
            <a:r>
              <a:rPr lang="en-US" sz="14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预先声明的边界:Pure 的历史仅含候选池内交互,不称其为完整兴趣序列;随机曝光只作偏差诊断,不冒充无偏 OPE;离线指标不等于线上收益。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691640"/>
            <a:ext cx="4480560" cy="9144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801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60920" y="2221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确定性抽样用户(seed 2026)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0" y="2743200"/>
            <a:ext cx="4480560" cy="9144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852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482,472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60920" y="32735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真实交互 · 7,581 个视频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0" y="3794760"/>
            <a:ext cx="4480560" cy="9144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904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263,206 / 219,266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60920" y="4325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标准曝光 / 随机干预曝光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0" y="4846320"/>
            <a:ext cx="4480560" cy="9144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956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三段时间切分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60920" y="53766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· 验证选型 · 冻结测试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方法与实验纪律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384048" cy="384048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时间正确性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1746504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词表与统计只来自训练段;1 秒请求桶内先全部预测、后统一消费反馈,杜绝同请求标签泄漏。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2752344"/>
            <a:ext cx="7315200" cy="0"/>
          </a:xfrm>
          <a:prstGeom prst="line">
            <a:avLst/>
          </a:prstGeom>
          <a:noFill/>
          <a:ln w="12700">
            <a:solidFill>
              <a:srgbClr val="D5D7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选型规则预注册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97680" y="2916936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早停与模型选择只看验证集 is_click 与 long_view 的用户级加权 GAUC 均值;测试集冻结、只评一次。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97680" y="3922776"/>
            <a:ext cx="7315200" cy="0"/>
          </a:xfrm>
          <a:prstGeom prst="line">
            <a:avLst/>
          </a:prstGeom>
          <a:noFill/>
          <a:ln w="12700">
            <a:solidFill>
              <a:srgbClr val="D5D7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78808"/>
            <a:ext cx="384048" cy="384048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偏差诊断分离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08736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随机曝光切片只用于对照标准日志的泛化差距,不参与训练与选型,不解释为任意策略的无偏估计。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97680" y="5093208"/>
            <a:ext cx="7315200" cy="0"/>
          </a:xfrm>
          <a:prstGeom prst="line">
            <a:avLst/>
          </a:prstGeom>
          <a:noFill/>
          <a:ln w="12700">
            <a:solidFill>
              <a:srgbClr val="D5D7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最小化单主线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97680" y="5257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一个研究问题、一条训练链路、一个评测协议、一个可部署产物;每个在线组件由同一 manifest 版本化绑定。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系统架构:离线产物到在线闭环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2024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离线实验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249424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六模型同协议训练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 + 统计检验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16352" y="2240280"/>
            <a:ext cx="310896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828800"/>
            <a:ext cx="228600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9202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发布工件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2249424"/>
            <a:ext cx="20665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artifact + checkpoint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摘要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59552" y="2240280"/>
            <a:ext cx="310896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1828800"/>
            <a:ext cx="265176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9202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Manifest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53328" y="2249424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五组件版本绑定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校验失败拒绝激活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68512" y="2240280"/>
            <a:ext cx="310896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1828800"/>
            <a:ext cx="256032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192024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在线引擎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62288" y="2249424"/>
            <a:ext cx="23408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进程内不可变 bundle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 整套降级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2468880" cy="914400"/>
          </a:xfrm>
          <a:prstGeom prst="rect">
            <a:avLst/>
          </a:prstGeom>
          <a:solidFill>
            <a:srgbClr val="EAF3EE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20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84962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ItemCF + 类目热门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35808" y="3803904"/>
            <a:ext cx="274320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23" name="Shape 21"/>
          <p:cNvSpPr/>
          <p:nvPr/>
        </p:nvSpPr>
        <p:spPr>
          <a:xfrm>
            <a:off x="3346704" y="3429000"/>
            <a:ext cx="2468880" cy="914400"/>
          </a:xfrm>
          <a:prstGeom prst="rect">
            <a:avLst/>
          </a:prstGeom>
          <a:solidFill>
            <a:srgbClr val="EAF3EE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520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384962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去重合并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33872" y="3803904"/>
            <a:ext cx="274320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4768" y="3429000"/>
            <a:ext cx="2468880" cy="914400"/>
          </a:xfrm>
          <a:prstGeom prst="rect">
            <a:avLst/>
          </a:prstGeom>
          <a:solidFill>
            <a:srgbClr val="EAF3EE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520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54496" y="384962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AutoInt 多目标概率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31936" y="3803904"/>
            <a:ext cx="274320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31" name="Shape 29"/>
          <p:cNvSpPr/>
          <p:nvPr/>
        </p:nvSpPr>
        <p:spPr>
          <a:xfrm>
            <a:off x="8942832" y="3429000"/>
            <a:ext cx="2468880" cy="914400"/>
          </a:xfrm>
          <a:prstGeom prst="rect">
            <a:avLst/>
          </a:prstGeom>
          <a:solidFill>
            <a:srgbClr val="EAF3EE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35204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384962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多样性约束 Top-K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329184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98348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前端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" y="5312664"/>
            <a:ext cx="3072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/recommend 带各阶段漏斗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反馈事件 POST /events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13632" y="5303520"/>
            <a:ext cx="310896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38" name="Shape 36"/>
          <p:cNvSpPr/>
          <p:nvPr/>
        </p:nvSpPr>
        <p:spPr>
          <a:xfrm>
            <a:off x="4297680" y="4892040"/>
            <a:ext cx="329184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498348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/ Redpanda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407408" y="5312664"/>
            <a:ext cx="30723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事件流 · 毒消息进 DLQ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62672" y="5303520"/>
            <a:ext cx="310896" cy="201168"/>
          </a:xfrm>
          <a:prstGeom prst="rightArrow">
            <a:avLst/>
          </a:prstGeom>
          <a:solidFill>
            <a:srgbClr val="176F5D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0" y="4892040"/>
            <a:ext cx="3566160" cy="105156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56448" y="49834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在线状态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56448" y="5312664"/>
            <a:ext cx="3346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Lua 幂等消费 · 事件 ID 去重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历史即时影响下一次推荐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FIRST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第一轮对照:胜者随种子翻转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234440"/>
                <a:gridCol w="1234440"/>
                <a:gridCol w="1143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 seed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DeepFM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DIN+MMoE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2026(部署轮)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0.6395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0.6322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DeepFM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0.6322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0.6340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0.6324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0.6397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0.6338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23360" cy="201168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关键观测
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模型间均值差 ≤ 0.003
跨 seed 波动 σ ≈ 0.003–0.004
</a:t>
            </a:r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差距量级低于重训噪声,单次"胜出"不构成结论。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教训:</a:t>
            </a:r>
            <a:pPr indent="0" marL="0">
              <a:buNone/>
            </a:pPr>
            <a:r>
              <a:rPr lang="en-US" sz="15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没有统计支撑的模型选择,在两次重训之间就会被推翻。这促使项目建立永久性的统计纪律——此后任何结构对照都必须附带置信区间与多 seed 稳定性证据。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统计纪律:两层互补证据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74520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用户级配对 bootstrap(B=2000)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203704"/>
            <a:ext cx="52669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重采样评测用户,同一抽样同时作用于两个模型;报告选型 GAUC 差距的 95% 百分位区间与 P(Δ≤0)。量化评测队列的抽样不确定性。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03520" cy="1371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87452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seed 独立重训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9088" y="2203704"/>
            <a:ext cx="5084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同环境、同协议重训全部模型,汇总均值±σ 与逐 seed 胜者。量化重训练方差与排名稳定性。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393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63931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DeepFM−MMoE 差距 +0.0073,CI [+0.0015, +0.0135] 不含零;DeepFM−DIN 跨零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5079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450799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三组两两差距的置信区间全部跨零——任何"谁更好"的断言都不被支持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376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结论改写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537667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由"DeepFM 胜出"改为"统计不可分,单次胜出由种子决定"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SPECTRUM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注意力谱系:六模型同协议对照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1463040"/>
                <a:gridCol w="35935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验证选型 GAUC(3 seed)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DeepFM 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无(隐式特征交叉)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389k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0.6355 ± 0.0039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目标注意力(序列)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398k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0.6357 ± 0.0031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 + MMoE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目标注意力 + 专家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415k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0.6326 ± 0.0007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SASRec 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因果自注意力(序列)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427k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0.6298 ± 0.0020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BST 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序列自注意力(含候选)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427k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0.6338 ± 0.0013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6F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AutoInt 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6F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特征域自注意力(非序列)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F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408k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F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0.6431 ± 0.0031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同一协议、同一参数量级(389k–427k)、同一环境逐 seed 重训。</a:t>
            </a:r>
            <a:pPr indent="0" marL="0">
              <a:buNone/>
            </a:pPr>
            <a:r>
              <a:rPr lang="en-US" sz="13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序列自注意力全面无增益:SASRec 显著差于 DeepFM(bootstrap CI [+0.0028, +0.0152]),BST 与基线不可分——把"截断历史撑不起序列建模"的判断扩展到自注意力家族。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唯一稳健的结构增益:特征域注意力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371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38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全部胜出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429000" cy="1371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938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0.6431 ± 0.0031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8056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验证选型 GAUC(次优 0.6357)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1371600"/>
          </a:xfrm>
          <a:prstGeom prst="rect">
            <a:avLst/>
          </a:prstGeom>
          <a:solidFill>
            <a:srgbClr val="FBFAF6"/>
          </a:solidFill>
          <a:ln w="12700">
            <a:solidFill>
              <a:srgbClr val="D5D7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38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不含零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DIN 差距 [−0.0169, −0.0054]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把注意力放在哪里,决定它是否有效。
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AutoInt 不看序列——它让用户、候选视频、场景、统计特征与兴趣摘要作为五个特征域相互注意。在同一份数据上,注意力用于特征交互带来一致增益,用于序列建模则无效甚至有害。
</a:t>
            </a:r>
            <a:pPr indent="0" marL="0">
              <a:buNone/>
            </a:pPr>
            <a:r>
              <a:rPr lang="en-US" sz="13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两个如实标注的限定:增益体现在用户级 GAUC(用户内排序),全局 Click AUC 仍以 DeepFM 最高(0.7266 vs 0.7240);AutoInt 最优轮次触及训练上限,当前数字可能低估其收益。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6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RELEASE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按声明协议发布,如实记录代价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22311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声明新选型协议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50976" y="1956816"/>
            <a:ext cx="1828800" cy="0"/>
          </a:xfrm>
          <a:prstGeom prst="line">
            <a:avLst/>
          </a:prstGeom>
          <a:noFill/>
          <a:ln w="19050">
            <a:solidFill>
              <a:srgbClr val="D5D7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7830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2311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工件提升 + manifest 重建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36976" y="1956816"/>
            <a:ext cx="1828800" cy="0"/>
          </a:xfrm>
          <a:prstGeom prst="line">
            <a:avLst/>
          </a:prstGeom>
          <a:noFill/>
          <a:ln w="19050">
            <a:solidFill>
              <a:srgbClr val="D5D7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7830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2311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原生冒烟 + 37 项测试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22976" y="1956816"/>
            <a:ext cx="1828800" cy="0"/>
          </a:xfrm>
          <a:prstGeom prst="line">
            <a:avLst/>
          </a:prstGeom>
          <a:noFill/>
          <a:ln w="19050">
            <a:solidFill>
              <a:srgbClr val="D5D7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7830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22311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压测重跑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08976" y="1956816"/>
            <a:ext cx="1828800" cy="0"/>
          </a:xfrm>
          <a:prstGeom prst="line">
            <a:avLst/>
          </a:prstGeom>
          <a:noFill/>
          <a:ln w="19050">
            <a:solidFill>
              <a:srgbClr val="D5D7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783080"/>
            <a:ext cx="347472" cy="347472"/>
          </a:xfrm>
          <a:prstGeom prst="ellipse">
            <a:avLst/>
          </a:prstGeom>
          <a:solidFill>
            <a:srgbClr val="176F5D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64040" y="22311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容器重建 + 推送 CI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DeepFM(旧)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AutoInt(新)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验证选型 GAUC(3 seed 均值)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0.6431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+0.0076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引擎压测 QPS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216.5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p95 延迟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121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955280" y="3154680"/>
            <a:ext cx="3657600" cy="182880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25" name="Text 22"/>
          <p:cNvSpPr/>
          <p:nvPr/>
        </p:nvSpPr>
        <p:spPr>
          <a:xfrm>
            <a:off x="8183880" y="3310128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显式权衡
</a:t>
            </a:r>
            <a:pPr indent="0" marL="0">
              <a:buNone/>
            </a:pPr>
            <a:r>
              <a:rPr lang="en-US" sz="12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用一倍延迟换用户级排序增益;何时值得,取决于业务场景——这本身就是发布决策的一部分。回滚路径:上一份完整 manifest。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同批如实报告的负结果:</a:t>
            </a:r>
            <a:pPr indent="0" marL="0">
              <a:buNone/>
            </a:pPr>
            <a:r>
              <a:rPr lang="en-US" sz="1300" dirty="0">
                <a:solidFill>
                  <a:srgbClr val="68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朴素 RRF 融合在全部 K 上低于单路 ItemCF(Recall@100:0.139 vs 0.158)——弱源等权融合稀释强源;融合路仅因冷启动回退价值保留,不包装成收益。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CLAIMS &amp; REPRO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能声称的、不能声称的、与复现路径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能声称
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时间正确的六模型谱系对照,全部结论带置信区间与多 seed 证据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特征域注意力有跨 seed 一致的用户级 GAUC 增益并已按协议上线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化发布、幂等反馈闭环、四轮 CI 全绿、开箱即跑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7830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76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不能声称
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任何线上 A/B 收益——全部证据是离线的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序列建模本身无效——Pure 历史截断,严格结论需 KuaiRand-1K 复验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1630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7548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复现: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7F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clone → docker compose up -d --build → localhost:18000(数据与胜出 checkpoint 随仓库分发,SHA-256 校验通过)
</a:t>
            </a:r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github.com/Miralchile/StreamRank  ·  CI passing  ·  逐数字可对账:comparison.json / recall-eval / benchmark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817352" y="6473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2026-07-26T16:28:12Z</dcterms:created>
  <dcterms:modified xsi:type="dcterms:W3CDTF">2026-07-26T16:28:12Z</dcterms:modified>
</cp:coreProperties>
</file>